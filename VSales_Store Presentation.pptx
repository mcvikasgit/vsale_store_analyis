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97280"/>
            <a:ext cx="4114800" cy="4114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754880"/>
            <a:ext cx="2926080" cy="292608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Dataset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SQL-Driven Retail Sales Analytics Project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4160520"/>
            <a:ext cx="128016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389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MC Vikas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38160" y="548640"/>
            <a:ext cx="3474720" cy="3474720"/>
          </a:xfrm>
          <a:prstGeom prst="roundRect">
            <a:avLst>
              <a:gd name="adj" fmla="val 6579"/>
            </a:avLst>
          </a:prstGeom>
          <a:solidFill>
            <a:srgbClr val="028090">
              <a:alpha val="1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0" y="109728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0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0" y="228600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0" y="288036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0" y="2880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210312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 store chain tracks daily sales transactions, including order details, customer info, product categories, order times, and order status.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56616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wants to optimize operations, improve customer experience, and increase profitability using data-driven decisions.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38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508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 lacks a clear picture of: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47802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3500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sell the most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98094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285292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preferences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348386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33558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items bring in the most profit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398678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385876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things go wrong in delivery or operations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663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of this, the business is missing chances to earn more, losing customers, and making poor decisions.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28016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1B3A38">
                <a:alpha val="2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537960" y="1508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19456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need proper reports and simple insights to understand their sales, customers, and product performance better.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3657600" cy="36576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Needs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Be Solved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proper insights: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14884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sales opportunities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71576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7157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71576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inventory and staffing decisions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28269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2826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28269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operational costs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384962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849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84962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customer satisfaction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44165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416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4165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Inaccurate business forecasts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48640" y="5166360"/>
            <a:ext cx="1106424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534924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this will help increase revenue, improve service quality, and optimize operations.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411480"/>
            <a:ext cx="12188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00584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and teams who are directly affected by business decisions and use sales insights to improve their work and the company's performance.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783080" cy="178308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1600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Manager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402336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daily operations and sales performance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2011680"/>
            <a:ext cx="1783080" cy="178308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560320" y="2011680"/>
            <a:ext cx="1600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Team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402336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stock refilling based on demand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1783080" cy="178308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80560" y="2011680"/>
            <a:ext cx="1600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Team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251960" y="402336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promotions and loyalty programs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2011680"/>
            <a:ext cx="1783080" cy="178308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2011680"/>
            <a:ext cx="1600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Team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402336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delivery delays and optimize routes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2011680"/>
            <a:ext cx="1783080" cy="178308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21040" y="2011680"/>
            <a:ext cx="1600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Team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402336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analysis and revenue forecasting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149840" y="2011680"/>
            <a:ext cx="1783080" cy="178308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241280" y="2011680"/>
            <a:ext cx="1600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Senior Management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012680" y="402336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business strategy and growth plans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questions this analysis aims to answer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27048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27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453896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top 5 most selling products by quantity?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59736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59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86584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are most frequently canceled?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392424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92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319272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time of the day has the highest number of purchases?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325112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25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25196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top 5 highest spending customers?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57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18464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categories generate the highest revenue?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1527048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55080" y="1527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1453896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return/cancellation rate per product category?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355080" y="2459736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55080" y="2459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2386584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most preferred payment mode?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355080" y="3392424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55080" y="3392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3319272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age group affect purchasing behavior?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355080" y="4325112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55080" y="4325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0" y="425196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monthly sales trend?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355080" y="52578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355080" y="5257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0" y="518464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certain genders buying more specific product categories?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2026-09-21T00:02:37Z</dcterms:created>
  <dcterms:modified xsi:type="dcterms:W3CDTF">2026-09-21T00:02:37Z</dcterms:modified>
</cp:coreProperties>
</file>